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9DEC"/>
    <a:srgbClr val="FFFFFF"/>
    <a:srgbClr val="BA8CC3"/>
    <a:srgbClr val="F4CDF9"/>
    <a:srgbClr val="90DBF2"/>
    <a:srgbClr val="4EA72E"/>
    <a:srgbClr val="2DA594"/>
    <a:srgbClr val="2C2EA2"/>
    <a:srgbClr val="DFCDDC"/>
    <a:srgbClr val="F9F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6" autoAdjust="0"/>
    <p:restoredTop sz="97482" autoAdjust="0"/>
  </p:normalViewPr>
  <p:slideViewPr>
    <p:cSldViewPr snapToGrid="0">
      <p:cViewPr>
        <p:scale>
          <a:sx n="75" d="100"/>
          <a:sy n="75" d="100"/>
        </p:scale>
        <p:origin x="564" y="20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E5D77-DC6E-4864-9EF7-23F5FD21038E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B02E3-4A89-4D73-8BEE-E8D403820C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19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56209F-830C-8D24-3E95-E7C9701F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5AF621-8E42-538D-C833-7988A5348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595EF-9663-7D50-5728-85728A51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7A91F3-D56C-1373-B550-BF27A6D6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52824-8A54-1030-1D88-01B27185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34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92048-FB88-A104-AB49-7A52336B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60546-DCA8-8F9B-2095-63435219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D6AB48-8FDC-B4ED-3B07-9D6523711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C7AAAC-E69B-6BAA-F2EB-A7B78C92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8A9E91-EDD8-C0CF-7D0A-D544272B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8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6857F-95FF-2A61-CE69-913ADD3B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9CAF2F-6190-AAB5-5A02-FBF15054D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532E9-297C-0EA0-AE42-B54B2DB3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5E349-608F-E9E3-5D81-FDEA85BD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B36E7-586A-7AE7-1A99-44BDBF27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5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36961-E847-1F51-4424-5F6EACE7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4FAF3-5D5A-1499-4E5E-D73BCE439B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4CE806-7B09-BFB0-C105-CB4BC77B2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BFF208-B258-7873-493E-C3CC8F30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AB6B19-1229-536D-1B29-BDABF0A7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BD3BB0-707A-7CB4-0C66-6F78FD17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12077-5F11-4AE3-A1AF-7FFEDFB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D1619C-F453-255F-0AD6-674C3EB6B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880FFF-DAF2-2DE8-70AE-9F811E9A6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4B70B7-B609-E17F-FE52-A150EBC15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32B258-5B9E-5815-3A64-6E0489EA6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010302-6307-4B79-A293-811BA8D8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FA9A8E-653A-DF31-18A4-B3ED1A27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B9CB02-987B-504E-1055-77BF456B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3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F9F11-DC4C-11D0-A542-6F66FD98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345D10-2DD1-8C6B-EB2E-F4EDFE90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6B1373-1D1C-CB4E-2BDD-118A764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AC70D2-3EFB-E05A-5592-771B479D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28FABE-64D7-F059-A9FA-EA0CE5B3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3AE038-5635-AA07-1F19-3A76A6EA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0DF416-9964-F7BD-5695-3CF6C5D7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51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EEE54-47FF-B6A8-7DA9-463EAC12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34A4F0-E7C9-4D22-70B1-592C79CE8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36297E-FA20-205D-BBA2-E836952A2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3BA88-0CAE-258F-8EB7-3ADE8E6E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E2451A-28C0-F6EF-86C7-0EB4C303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41760A-CE1C-5AEA-544F-4A806E8D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42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D29A4-7331-D9DE-97D2-EFEB09BF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5F5E5A-4F2B-7A1F-34C8-F16D5DC94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DA5C52-38B1-4BEA-84F7-99DADF18C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77A4CA-20F9-5791-BC54-3089D37F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DE063-076D-E6F3-E317-1C8E98FA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C7AC1C-D6A4-D320-91F9-A75A9DAD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282BB-EEF8-0CE4-EF49-E99BA52B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312265-DF9D-B7E0-1C0D-7E4009CAF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029B8D-7770-90B0-2CD9-55F6FB32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2AC10-45B8-38E4-AC41-D9A2FF01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F48E97-104D-A781-1F03-459AD402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35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F92101-39C5-49E6-0093-EACAD9FFA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7DEDD9-25FD-426A-DAD9-767337A58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5ED8B-2CCA-68D2-5CA4-287A0DE9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B35B49-7492-AF8E-27D7-A3781707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B3425-A16B-0C41-8726-E8C6852A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31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6A203F-BAA4-5A35-F17F-6DBD2094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ABAEA7-D913-E400-92EA-F1E858606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1F482-6A16-764E-121B-3FA8A297B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846C-ECAA-48F0-9673-D2475B8425F6}" type="datetimeFigureOut">
              <a:rPr lang="zh-CN" altLang="en-US" smtClean="0"/>
              <a:t>2026/06/15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548965-1B7F-D6A9-EBE9-3B63D0BB5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407875-3A8D-8F08-D063-732F25422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CE6EE-3FEB-4EF8-AE9D-6C46D908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91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1.png"/><Relationship Id="rId18" Type="http://schemas.openxmlformats.org/officeDocument/2006/relationships/image" Target="../media/image14.sv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4.svg"/><Relationship Id="rId15" Type="http://schemas.openxmlformats.org/officeDocument/2006/relationships/image" Target="../media/image19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1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4AC67B4C-DE19-8C4E-9BCC-A2EA0C22F7EB}"/>
              </a:ext>
            </a:extLst>
          </p:cNvPr>
          <p:cNvGrpSpPr/>
          <p:nvPr/>
        </p:nvGrpSpPr>
        <p:grpSpPr>
          <a:xfrm>
            <a:off x="161646" y="927718"/>
            <a:ext cx="3948066" cy="3638041"/>
            <a:chOff x="933158" y="841477"/>
            <a:chExt cx="2904778" cy="267667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F3E7109-F40B-CC25-91AF-D03ED0F5E0F1}"/>
                </a:ext>
              </a:extLst>
            </p:cNvPr>
            <p:cNvGrpSpPr/>
            <p:nvPr/>
          </p:nvGrpSpPr>
          <p:grpSpPr>
            <a:xfrm>
              <a:off x="1356769" y="2230112"/>
              <a:ext cx="489030" cy="489030"/>
              <a:chOff x="2770186" y="1622425"/>
              <a:chExt cx="1122363" cy="1122363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B6F1917F-E041-7BEF-4BE0-2098A23AFA53}"/>
                  </a:ext>
                </a:extLst>
              </p:cNvPr>
              <p:cNvSpPr/>
              <p:nvPr/>
            </p:nvSpPr>
            <p:spPr>
              <a:xfrm>
                <a:off x="2770186" y="1622425"/>
                <a:ext cx="1122363" cy="1122363"/>
              </a:xfrm>
              <a:prstGeom prst="ellips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形 5" descr="会议 纯色填充">
                <a:extLst>
                  <a:ext uri="{FF2B5EF4-FFF2-40B4-BE49-F238E27FC236}">
                    <a16:creationId xmlns:a16="http://schemas.microsoft.com/office/drawing/2014/main" id="{87E27224-65AE-9B0B-EB6C-62020CF617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74167" y="1681956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60F929A-8B3F-28F5-A128-EC3C0A86F38E}"/>
                </a:ext>
              </a:extLst>
            </p:cNvPr>
            <p:cNvGrpSpPr/>
            <p:nvPr/>
          </p:nvGrpSpPr>
          <p:grpSpPr>
            <a:xfrm>
              <a:off x="2943709" y="2204173"/>
              <a:ext cx="489030" cy="489030"/>
              <a:chOff x="2770186" y="1622425"/>
              <a:chExt cx="1122363" cy="1122363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C5FF979B-C156-C37B-21AD-C67B8BBCABB2}"/>
                  </a:ext>
                </a:extLst>
              </p:cNvPr>
              <p:cNvSpPr/>
              <p:nvPr/>
            </p:nvSpPr>
            <p:spPr>
              <a:xfrm>
                <a:off x="2770186" y="1622425"/>
                <a:ext cx="1122363" cy="1122363"/>
              </a:xfrm>
              <a:prstGeom prst="ellips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7" name="图形 16" descr="会议 纯色填充">
                <a:extLst>
                  <a:ext uri="{FF2B5EF4-FFF2-40B4-BE49-F238E27FC236}">
                    <a16:creationId xmlns:a16="http://schemas.microsoft.com/office/drawing/2014/main" id="{59B86EA1-6645-987B-9A6E-2E5DD9D3BD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74167" y="1681956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4701BE6-FF35-BB56-2E6C-CC3EB1B9FB59}"/>
                </a:ext>
              </a:extLst>
            </p:cNvPr>
            <p:cNvGrpSpPr/>
            <p:nvPr/>
          </p:nvGrpSpPr>
          <p:grpSpPr>
            <a:xfrm>
              <a:off x="933158" y="3015150"/>
              <a:ext cx="500209" cy="500210"/>
              <a:chOff x="854074" y="3939907"/>
              <a:chExt cx="935303" cy="935304"/>
            </a:xfrm>
          </p:grpSpPr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8EB1CCEF-2810-7ADD-EC07-A5BF1111B674}"/>
                  </a:ext>
                </a:extLst>
              </p:cNvPr>
              <p:cNvSpPr/>
              <p:nvPr/>
            </p:nvSpPr>
            <p:spPr>
              <a:xfrm>
                <a:off x="854074" y="3939908"/>
                <a:ext cx="935303" cy="935303"/>
              </a:xfrm>
              <a:prstGeom prst="round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形 8" descr="有想法的人 纯色填充">
                <a:extLst>
                  <a:ext uri="{FF2B5EF4-FFF2-40B4-BE49-F238E27FC236}">
                    <a16:creationId xmlns:a16="http://schemas.microsoft.com/office/drawing/2014/main" id="{21F79485-C090-E2CE-4904-FD00C2EB8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64526" y="3939907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A0A951B-3738-E22D-4246-F618E02CB80C}"/>
                </a:ext>
              </a:extLst>
            </p:cNvPr>
            <p:cNvGrpSpPr/>
            <p:nvPr/>
          </p:nvGrpSpPr>
          <p:grpSpPr>
            <a:xfrm>
              <a:off x="1736928" y="3015150"/>
              <a:ext cx="500209" cy="500210"/>
              <a:chOff x="854074" y="3939907"/>
              <a:chExt cx="935303" cy="935304"/>
            </a:xfrm>
          </p:grpSpPr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40432F62-D196-E43C-F5D6-9F945C59782B}"/>
                  </a:ext>
                </a:extLst>
              </p:cNvPr>
              <p:cNvSpPr/>
              <p:nvPr/>
            </p:nvSpPr>
            <p:spPr>
              <a:xfrm>
                <a:off x="854074" y="3939908"/>
                <a:ext cx="935303" cy="935303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2" name="图形 11" descr="有想法的人 纯色填充">
                <a:extLst>
                  <a:ext uri="{FF2B5EF4-FFF2-40B4-BE49-F238E27FC236}">
                    <a16:creationId xmlns:a16="http://schemas.microsoft.com/office/drawing/2014/main" id="{ED027209-3EF2-7B63-76C9-07A09B175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64526" y="3939907"/>
                <a:ext cx="914400" cy="91440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EF5AEF8-F39A-577E-473A-47D3D1A3A630}"/>
                    </a:ext>
                  </a:extLst>
                </p:cNvPr>
                <p:cNvSpPr txBox="1"/>
                <p:nvPr/>
              </p:nvSpPr>
              <p:spPr>
                <a:xfrm>
                  <a:off x="1433367" y="3111367"/>
                  <a:ext cx="30914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400" dirty="0">
                    <a:latin typeface="Consolas" panose="020B0609020204030204" pitchFamily="49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EF5AEF8-F39A-577E-473A-47D3D1A3A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367" y="3111367"/>
                  <a:ext cx="309149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3DAEEB8-C628-70C2-5332-E419255ECC37}"/>
                </a:ext>
              </a:extLst>
            </p:cNvPr>
            <p:cNvGrpSpPr/>
            <p:nvPr/>
          </p:nvGrpSpPr>
          <p:grpSpPr>
            <a:xfrm>
              <a:off x="2535108" y="3012356"/>
              <a:ext cx="505799" cy="505799"/>
              <a:chOff x="3295813" y="3273319"/>
              <a:chExt cx="500209" cy="500209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1E5A462F-A99F-9B78-6F8A-3A406AF872EF}"/>
                  </a:ext>
                </a:extLst>
              </p:cNvPr>
              <p:cNvSpPr/>
              <p:nvPr/>
            </p:nvSpPr>
            <p:spPr>
              <a:xfrm>
                <a:off x="3295813" y="3273319"/>
                <a:ext cx="500209" cy="500209"/>
              </a:xfrm>
              <a:prstGeom prst="round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2" name="图形 21" descr="集体讨论 纯色填充">
                <a:extLst>
                  <a:ext uri="{FF2B5EF4-FFF2-40B4-BE49-F238E27FC236}">
                    <a16:creationId xmlns:a16="http://schemas.microsoft.com/office/drawing/2014/main" id="{F96A9624-6844-2333-4D12-5268FFEBA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299146" y="3276652"/>
                <a:ext cx="493542" cy="49354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8B33074-A097-93F3-DCF7-32953923741D}"/>
                    </a:ext>
                  </a:extLst>
                </p:cNvPr>
                <p:cNvSpPr txBox="1"/>
                <p:nvPr/>
              </p:nvSpPr>
              <p:spPr>
                <a:xfrm>
                  <a:off x="3037573" y="3111367"/>
                  <a:ext cx="30914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400" dirty="0">
                    <a:latin typeface="Consolas" panose="020B0609020204030204" pitchFamily="49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8B33074-A097-93F3-DCF7-329539237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7573" y="3111367"/>
                  <a:ext cx="309149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1642973-5AC5-F61B-6CED-E37BE7A2A85A}"/>
                </a:ext>
              </a:extLst>
            </p:cNvPr>
            <p:cNvGrpSpPr/>
            <p:nvPr/>
          </p:nvGrpSpPr>
          <p:grpSpPr>
            <a:xfrm>
              <a:off x="3338879" y="3015727"/>
              <a:ext cx="499057" cy="499057"/>
              <a:chOff x="3295813" y="3273319"/>
              <a:chExt cx="500209" cy="500209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3C0FB962-1906-9518-BAEA-0CAD3CFB5CD2}"/>
                  </a:ext>
                </a:extLst>
              </p:cNvPr>
              <p:cNvSpPr/>
              <p:nvPr/>
            </p:nvSpPr>
            <p:spPr>
              <a:xfrm>
                <a:off x="3295813" y="3273319"/>
                <a:ext cx="500209" cy="500209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33" name="图形 32" descr="集体讨论 纯色填充">
                <a:extLst>
                  <a:ext uri="{FF2B5EF4-FFF2-40B4-BE49-F238E27FC236}">
                    <a16:creationId xmlns:a16="http://schemas.microsoft.com/office/drawing/2014/main" id="{E3343336-3F88-EF02-BA6A-9E4A7B7B9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299146" y="3276652"/>
                <a:ext cx="493542" cy="493542"/>
              </a:xfrm>
              <a:prstGeom prst="rect">
                <a:avLst/>
              </a:prstGeom>
            </p:spPr>
          </p:pic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D1E57CC-F710-A30E-D04E-FF9622891DC8}"/>
                </a:ext>
              </a:extLst>
            </p:cNvPr>
            <p:cNvGrpSpPr/>
            <p:nvPr/>
          </p:nvGrpSpPr>
          <p:grpSpPr>
            <a:xfrm>
              <a:off x="2043073" y="1170024"/>
              <a:ext cx="697089" cy="649213"/>
              <a:chOff x="571092" y="2228542"/>
              <a:chExt cx="801727" cy="746664"/>
            </a:xfrm>
          </p:grpSpPr>
          <p:sp>
            <p:nvSpPr>
              <p:cNvPr id="40" name="流程图: 决策 39">
                <a:extLst>
                  <a:ext uri="{FF2B5EF4-FFF2-40B4-BE49-F238E27FC236}">
                    <a16:creationId xmlns:a16="http://schemas.microsoft.com/office/drawing/2014/main" id="{29854A01-85DC-397E-F2F9-F75C58B7D22A}"/>
                  </a:ext>
                </a:extLst>
              </p:cNvPr>
              <p:cNvSpPr/>
              <p:nvPr/>
            </p:nvSpPr>
            <p:spPr>
              <a:xfrm>
                <a:off x="571092" y="2228542"/>
                <a:ext cx="801727" cy="746664"/>
              </a:xfrm>
              <a:prstGeom prst="flowChartDecision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2" name="图形 41" descr="教室 纯色填充">
                <a:extLst>
                  <a:ext uri="{FF2B5EF4-FFF2-40B4-BE49-F238E27FC236}">
                    <a16:creationId xmlns:a16="http://schemas.microsoft.com/office/drawing/2014/main" id="{B6419B91-6C47-F1EA-95E0-96610D388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7440" y="2357359"/>
                <a:ext cx="489031" cy="489031"/>
              </a:xfrm>
              <a:prstGeom prst="rect">
                <a:avLst/>
              </a:prstGeom>
            </p:spPr>
          </p:pic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477328E-7A43-1C0B-62DA-651399F0B5FA}"/>
                </a:ext>
              </a:extLst>
            </p:cNvPr>
            <p:cNvSpPr txBox="1"/>
            <p:nvPr/>
          </p:nvSpPr>
          <p:spPr>
            <a:xfrm>
              <a:off x="1973401" y="2603028"/>
              <a:ext cx="842704" cy="27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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Collect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4151958-0591-A627-BA71-E68AC4C9A66D}"/>
                </a:ext>
              </a:extLst>
            </p:cNvPr>
            <p:cNvSpPr txBox="1"/>
            <p:nvPr/>
          </p:nvSpPr>
          <p:spPr>
            <a:xfrm>
              <a:off x="1941455" y="1990622"/>
              <a:ext cx="908451" cy="27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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Reflect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C5029B2-16C7-A56D-30CB-5419F537E7C3}"/>
                </a:ext>
              </a:extLst>
            </p:cNvPr>
            <p:cNvSpPr txBox="1"/>
            <p:nvPr/>
          </p:nvSpPr>
          <p:spPr>
            <a:xfrm>
              <a:off x="1996451" y="841477"/>
              <a:ext cx="809601" cy="27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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Adjust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1" name="连接符: 肘形 140">
              <a:extLst>
                <a:ext uri="{FF2B5EF4-FFF2-40B4-BE49-F238E27FC236}">
                  <a16:creationId xmlns:a16="http://schemas.microsoft.com/office/drawing/2014/main" id="{E8C728A3-5C55-AF00-3876-7186692E4C40}"/>
                </a:ext>
              </a:extLst>
            </p:cNvPr>
            <p:cNvCxnSpPr>
              <a:stCxn id="8" idx="0"/>
              <a:endCxn id="5" idx="4"/>
            </p:cNvCxnSpPr>
            <p:nvPr/>
          </p:nvCxnSpPr>
          <p:spPr>
            <a:xfrm rot="5400000" flipH="1" flipV="1">
              <a:off x="1244269" y="2658137"/>
              <a:ext cx="296009" cy="41802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连接符: 肘形 141">
              <a:extLst>
                <a:ext uri="{FF2B5EF4-FFF2-40B4-BE49-F238E27FC236}">
                  <a16:creationId xmlns:a16="http://schemas.microsoft.com/office/drawing/2014/main" id="{A14982A0-D4BC-0C2D-72A0-E435EF18164C}"/>
                </a:ext>
              </a:extLst>
            </p:cNvPr>
            <p:cNvCxnSpPr>
              <a:cxnSpLocks/>
              <a:stCxn id="11" idx="0"/>
              <a:endCxn id="5" idx="4"/>
            </p:cNvCxnSpPr>
            <p:nvPr/>
          </p:nvCxnSpPr>
          <p:spPr>
            <a:xfrm rot="16200000" flipV="1">
              <a:off x="1646155" y="2674272"/>
              <a:ext cx="296009" cy="38574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连接符: 肘形 148">
              <a:extLst>
                <a:ext uri="{FF2B5EF4-FFF2-40B4-BE49-F238E27FC236}">
                  <a16:creationId xmlns:a16="http://schemas.microsoft.com/office/drawing/2014/main" id="{5218924B-2218-87BC-C67E-198AB4E26A9F}"/>
                </a:ext>
              </a:extLst>
            </p:cNvPr>
            <p:cNvCxnSpPr>
              <a:cxnSpLocks/>
              <a:stCxn id="19" idx="0"/>
              <a:endCxn id="3" idx="4"/>
            </p:cNvCxnSpPr>
            <p:nvPr/>
          </p:nvCxnSpPr>
          <p:spPr>
            <a:xfrm rot="5400000" flipH="1" flipV="1">
              <a:off x="2828540" y="2652672"/>
              <a:ext cx="319153" cy="400216"/>
            </a:xfrm>
            <a:prstGeom prst="bentConnector3">
              <a:avLst>
                <a:gd name="adj1" fmla="val 4552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连接符: 肘形 149">
              <a:extLst>
                <a:ext uri="{FF2B5EF4-FFF2-40B4-BE49-F238E27FC236}">
                  <a16:creationId xmlns:a16="http://schemas.microsoft.com/office/drawing/2014/main" id="{67359C86-5BC3-EC04-0CCA-A39B59BF4B9A}"/>
                </a:ext>
              </a:extLst>
            </p:cNvPr>
            <p:cNvCxnSpPr>
              <a:cxnSpLocks/>
              <a:stCxn id="32" idx="0"/>
              <a:endCxn id="3" idx="4"/>
            </p:cNvCxnSpPr>
            <p:nvPr/>
          </p:nvCxnSpPr>
          <p:spPr>
            <a:xfrm rot="16200000" flipV="1">
              <a:off x="3227054" y="2654373"/>
              <a:ext cx="322524" cy="400184"/>
            </a:xfrm>
            <a:prstGeom prst="bentConnector3">
              <a:avLst>
                <a:gd name="adj1" fmla="val 4630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连接符: 肘形 158">
              <a:extLst>
                <a:ext uri="{FF2B5EF4-FFF2-40B4-BE49-F238E27FC236}">
                  <a16:creationId xmlns:a16="http://schemas.microsoft.com/office/drawing/2014/main" id="{005EBB98-AB3E-5C23-3EAE-C18E87DAA269}"/>
                </a:ext>
              </a:extLst>
            </p:cNvPr>
            <p:cNvCxnSpPr>
              <a:cxnSpLocks/>
              <a:stCxn id="5" idx="0"/>
              <a:endCxn id="40" idx="2"/>
            </p:cNvCxnSpPr>
            <p:nvPr/>
          </p:nvCxnSpPr>
          <p:spPr>
            <a:xfrm rot="5400000" flipH="1" flipV="1">
              <a:off x="1791014" y="1629508"/>
              <a:ext cx="410875" cy="790334"/>
            </a:xfrm>
            <a:prstGeom prst="bentConnector3">
              <a:avLst>
                <a:gd name="adj1" fmla="val 5347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连接符: 肘形 159">
              <a:extLst>
                <a:ext uri="{FF2B5EF4-FFF2-40B4-BE49-F238E27FC236}">
                  <a16:creationId xmlns:a16="http://schemas.microsoft.com/office/drawing/2014/main" id="{16232741-E348-124A-8836-5886BC40D0BD}"/>
                </a:ext>
              </a:extLst>
            </p:cNvPr>
            <p:cNvCxnSpPr>
              <a:cxnSpLocks/>
              <a:stCxn id="3" idx="0"/>
              <a:endCxn id="40" idx="2"/>
            </p:cNvCxnSpPr>
            <p:nvPr/>
          </p:nvCxnSpPr>
          <p:spPr>
            <a:xfrm rot="16200000" flipV="1">
              <a:off x="2597453" y="1613402"/>
              <a:ext cx="384936" cy="79660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连接符: 肘形 169">
              <a:extLst>
                <a:ext uri="{FF2B5EF4-FFF2-40B4-BE49-F238E27FC236}">
                  <a16:creationId xmlns:a16="http://schemas.microsoft.com/office/drawing/2014/main" id="{FF659840-30C7-2B20-3D83-BBC04B89A22A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 rot="10800000" flipH="1">
              <a:off x="2043072" y="1494631"/>
              <a:ext cx="697089" cy="12700"/>
            </a:xfrm>
            <a:prstGeom prst="bentConnector5">
              <a:avLst>
                <a:gd name="adj1" fmla="val -10590"/>
                <a:gd name="adj2" fmla="val 2874701"/>
                <a:gd name="adj3" fmla="val 12083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4E22E34-F306-4EFC-AD12-60A11F1EC838}"/>
              </a:ext>
            </a:extLst>
          </p:cNvPr>
          <p:cNvGrpSpPr/>
          <p:nvPr/>
        </p:nvGrpSpPr>
        <p:grpSpPr>
          <a:xfrm>
            <a:off x="4514075" y="1391530"/>
            <a:ext cx="3935277" cy="3227516"/>
            <a:chOff x="4603013" y="1392099"/>
            <a:chExt cx="3935277" cy="3227516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C475ECE0-DECC-8204-0D4B-A11A5BA35351}"/>
                </a:ext>
              </a:extLst>
            </p:cNvPr>
            <p:cNvGrpSpPr/>
            <p:nvPr/>
          </p:nvGrpSpPr>
          <p:grpSpPr>
            <a:xfrm>
              <a:off x="6060920" y="1392099"/>
              <a:ext cx="947458" cy="882386"/>
              <a:chOff x="537165" y="2235320"/>
              <a:chExt cx="801727" cy="746664"/>
            </a:xfrm>
          </p:grpSpPr>
          <p:sp>
            <p:nvSpPr>
              <p:cNvPr id="80" name="流程图: 决策 79">
                <a:extLst>
                  <a:ext uri="{FF2B5EF4-FFF2-40B4-BE49-F238E27FC236}">
                    <a16:creationId xmlns:a16="http://schemas.microsoft.com/office/drawing/2014/main" id="{E040FCF0-D577-3D05-8253-E6FCC082A330}"/>
                  </a:ext>
                </a:extLst>
              </p:cNvPr>
              <p:cNvSpPr/>
              <p:nvPr/>
            </p:nvSpPr>
            <p:spPr>
              <a:xfrm>
                <a:off x="537165" y="2235320"/>
                <a:ext cx="801727" cy="746664"/>
              </a:xfrm>
              <a:prstGeom prst="flowChartDecision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1" name="图形 80" descr="教室 纯色填充">
                <a:extLst>
                  <a:ext uri="{FF2B5EF4-FFF2-40B4-BE49-F238E27FC236}">
                    <a16:creationId xmlns:a16="http://schemas.microsoft.com/office/drawing/2014/main" id="{60D3DA14-BF9C-BFFE-FE0C-6C4326B9A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93511" y="2364137"/>
                <a:ext cx="489031" cy="489031"/>
              </a:xfrm>
              <a:prstGeom prst="rect">
                <a:avLst/>
              </a:prstGeom>
            </p:spPr>
          </p:pic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23320947-EFE9-7156-16DA-59A84654D17C}"/>
                </a:ext>
              </a:extLst>
            </p:cNvPr>
            <p:cNvGrpSpPr/>
            <p:nvPr/>
          </p:nvGrpSpPr>
          <p:grpSpPr>
            <a:xfrm>
              <a:off x="4637394" y="3846662"/>
              <a:ext cx="679866" cy="679867"/>
              <a:chOff x="854074" y="3939907"/>
              <a:chExt cx="935303" cy="935304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0CF2D7BE-EE9A-FAF8-648A-F18057E849D6}"/>
                  </a:ext>
                </a:extLst>
              </p:cNvPr>
              <p:cNvSpPr/>
              <p:nvPr/>
            </p:nvSpPr>
            <p:spPr>
              <a:xfrm>
                <a:off x="854074" y="3939908"/>
                <a:ext cx="935303" cy="935303"/>
              </a:xfrm>
              <a:prstGeom prst="round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4" name="图形 93" descr="有想法的人 纯色填充">
                <a:extLst>
                  <a:ext uri="{FF2B5EF4-FFF2-40B4-BE49-F238E27FC236}">
                    <a16:creationId xmlns:a16="http://schemas.microsoft.com/office/drawing/2014/main" id="{232AB380-789F-D954-D9D1-755D264B9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64526" y="3939907"/>
                <a:ext cx="914400" cy="91440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E3F9917F-C330-CF26-6320-B34371CDD9D3}"/>
                    </a:ext>
                  </a:extLst>
                </p:cNvPr>
                <p:cNvSpPr txBox="1"/>
                <p:nvPr/>
              </p:nvSpPr>
              <p:spPr>
                <a:xfrm>
                  <a:off x="5317260" y="3977436"/>
                  <a:ext cx="420184" cy="418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400" dirty="0">
                    <a:latin typeface="Consolas" panose="020B0609020204030204" pitchFamily="49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E3F9917F-C330-CF26-6320-B34371CDD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260" y="3977436"/>
                  <a:ext cx="420184" cy="41831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34F40D38-7481-AE65-3C53-802CA6144B4C}"/>
                    </a:ext>
                  </a:extLst>
                </p:cNvPr>
                <p:cNvSpPr txBox="1"/>
                <p:nvPr/>
              </p:nvSpPr>
              <p:spPr>
                <a:xfrm>
                  <a:off x="7403642" y="3977394"/>
                  <a:ext cx="420184" cy="418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400" dirty="0">
                    <a:latin typeface="Consolas" panose="020B0609020204030204" pitchFamily="49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34F40D38-7481-AE65-3C53-802CA6144B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3642" y="3977394"/>
                  <a:ext cx="420184" cy="41831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2279F315-3E43-AEBD-B7F5-735F8BAEF881}"/>
                </a:ext>
              </a:extLst>
            </p:cNvPr>
            <p:cNvGrpSpPr/>
            <p:nvPr/>
          </p:nvGrpSpPr>
          <p:grpSpPr>
            <a:xfrm>
              <a:off x="7813166" y="3847404"/>
              <a:ext cx="678300" cy="678300"/>
              <a:chOff x="3295813" y="3273319"/>
              <a:chExt cx="500209" cy="500209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274D0DC5-03DF-FEE4-917C-8EC5D150B1F8}"/>
                  </a:ext>
                </a:extLst>
              </p:cNvPr>
              <p:cNvSpPr/>
              <p:nvPr/>
            </p:nvSpPr>
            <p:spPr>
              <a:xfrm>
                <a:off x="3295813" y="3273319"/>
                <a:ext cx="500209" cy="500209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05" name="图形 104" descr="集体讨论 纯色填充">
                <a:extLst>
                  <a:ext uri="{FF2B5EF4-FFF2-40B4-BE49-F238E27FC236}">
                    <a16:creationId xmlns:a16="http://schemas.microsoft.com/office/drawing/2014/main" id="{96087960-0033-46AE-E410-782C92E42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299146" y="3276652"/>
                <a:ext cx="493542" cy="493542"/>
              </a:xfrm>
              <a:prstGeom prst="rect">
                <a:avLst/>
              </a:prstGeom>
            </p:spPr>
          </p:pic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0132942B-2C91-D683-5CBA-FD2B1E3E8CAB}"/>
                </a:ext>
              </a:extLst>
            </p:cNvPr>
            <p:cNvGrpSpPr/>
            <p:nvPr/>
          </p:nvGrpSpPr>
          <p:grpSpPr>
            <a:xfrm>
              <a:off x="5745040" y="3851965"/>
              <a:ext cx="687463" cy="687463"/>
              <a:chOff x="3295813" y="3273319"/>
              <a:chExt cx="500209" cy="500209"/>
            </a:xfrm>
          </p:grpSpPr>
          <p:sp>
            <p:nvSpPr>
              <p:cNvPr id="110" name="矩形: 圆角 109">
                <a:extLst>
                  <a:ext uri="{FF2B5EF4-FFF2-40B4-BE49-F238E27FC236}">
                    <a16:creationId xmlns:a16="http://schemas.microsoft.com/office/drawing/2014/main" id="{B933128F-19EA-658C-8BB6-9A7A771D02FB}"/>
                  </a:ext>
                </a:extLst>
              </p:cNvPr>
              <p:cNvSpPr/>
              <p:nvPr/>
            </p:nvSpPr>
            <p:spPr>
              <a:xfrm>
                <a:off x="3295813" y="3273319"/>
                <a:ext cx="500209" cy="500209"/>
              </a:xfrm>
              <a:prstGeom prst="round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11" name="图形 110" descr="集体讨论 纯色填充">
                <a:extLst>
                  <a:ext uri="{FF2B5EF4-FFF2-40B4-BE49-F238E27FC236}">
                    <a16:creationId xmlns:a16="http://schemas.microsoft.com/office/drawing/2014/main" id="{D90865CB-4E33-F448-2B52-D586980AA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299146" y="3276652"/>
                <a:ext cx="493542" cy="493542"/>
              </a:xfrm>
              <a:prstGeom prst="rect">
                <a:avLst/>
              </a:prstGeom>
            </p:spPr>
          </p:pic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F23705A5-C931-2DE5-166C-AF912A546663}"/>
                </a:ext>
              </a:extLst>
            </p:cNvPr>
            <p:cNvGrpSpPr/>
            <p:nvPr/>
          </p:nvGrpSpPr>
          <p:grpSpPr>
            <a:xfrm>
              <a:off x="6735903" y="3854031"/>
              <a:ext cx="679866" cy="679867"/>
              <a:chOff x="854074" y="3939907"/>
              <a:chExt cx="935303" cy="935304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0FA957DF-0D3D-B43B-7885-6ACC60687FC5}"/>
                  </a:ext>
                </a:extLst>
              </p:cNvPr>
              <p:cNvSpPr/>
              <p:nvPr/>
            </p:nvSpPr>
            <p:spPr>
              <a:xfrm>
                <a:off x="854074" y="3939908"/>
                <a:ext cx="935303" cy="935303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4" name="图形 113" descr="有想法的人 纯色填充">
                <a:extLst>
                  <a:ext uri="{FF2B5EF4-FFF2-40B4-BE49-F238E27FC236}">
                    <a16:creationId xmlns:a16="http://schemas.microsoft.com/office/drawing/2014/main" id="{54A84677-588C-AEA7-C78C-900CE9624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64526" y="3939907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4A54DEEA-D115-0DAC-CD4B-28B4E94E0E2F}"/>
                </a:ext>
              </a:extLst>
            </p:cNvPr>
            <p:cNvCxnSpPr>
              <a:cxnSpLocks/>
              <a:stCxn id="179" idx="2"/>
              <a:endCxn id="113" idx="0"/>
            </p:cNvCxnSpPr>
            <p:nvPr/>
          </p:nvCxnSpPr>
          <p:spPr>
            <a:xfrm rot="16200000" flipH="1">
              <a:off x="6170899" y="2949095"/>
              <a:ext cx="1268686" cy="541187"/>
            </a:xfrm>
            <a:prstGeom prst="bentConnector3">
              <a:avLst>
                <a:gd name="adj1" fmla="val 7834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连接符: 肘形 119">
              <a:extLst>
                <a:ext uri="{FF2B5EF4-FFF2-40B4-BE49-F238E27FC236}">
                  <a16:creationId xmlns:a16="http://schemas.microsoft.com/office/drawing/2014/main" id="{0B6B5BB1-6488-2ADD-3247-96C0F131278D}"/>
                </a:ext>
              </a:extLst>
            </p:cNvPr>
            <p:cNvCxnSpPr>
              <a:cxnSpLocks/>
              <a:stCxn id="179" idx="2"/>
              <a:endCxn id="104" idx="0"/>
            </p:cNvCxnSpPr>
            <p:nvPr/>
          </p:nvCxnSpPr>
          <p:spPr>
            <a:xfrm rot="16200000" flipH="1">
              <a:off x="6712453" y="2407541"/>
              <a:ext cx="1262058" cy="1617667"/>
            </a:xfrm>
            <a:prstGeom prst="bentConnector3">
              <a:avLst>
                <a:gd name="adj1" fmla="val 7880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连接符: 肘形 123">
              <a:extLst>
                <a:ext uri="{FF2B5EF4-FFF2-40B4-BE49-F238E27FC236}">
                  <a16:creationId xmlns:a16="http://schemas.microsoft.com/office/drawing/2014/main" id="{77EBC915-F854-63C9-8E92-5A079205D69D}"/>
                </a:ext>
              </a:extLst>
            </p:cNvPr>
            <p:cNvCxnSpPr>
              <a:cxnSpLocks/>
              <a:stCxn id="179" idx="2"/>
              <a:endCxn id="110" idx="0"/>
            </p:cNvCxnSpPr>
            <p:nvPr/>
          </p:nvCxnSpPr>
          <p:spPr>
            <a:xfrm rot="5400000">
              <a:off x="5678402" y="2995717"/>
              <a:ext cx="1266619" cy="445877"/>
            </a:xfrm>
            <a:prstGeom prst="bentConnector3">
              <a:avLst>
                <a:gd name="adj1" fmla="val 7857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连接符: 肘形 130">
              <a:extLst>
                <a:ext uri="{FF2B5EF4-FFF2-40B4-BE49-F238E27FC236}">
                  <a16:creationId xmlns:a16="http://schemas.microsoft.com/office/drawing/2014/main" id="{F4357C12-2E66-DF8D-545C-C3F9F53F0D8E}"/>
                </a:ext>
              </a:extLst>
            </p:cNvPr>
            <p:cNvCxnSpPr>
              <a:cxnSpLocks/>
              <a:stCxn id="179" idx="2"/>
              <a:endCxn id="93" idx="0"/>
            </p:cNvCxnSpPr>
            <p:nvPr/>
          </p:nvCxnSpPr>
          <p:spPr>
            <a:xfrm rot="5400000">
              <a:off x="5125330" y="2437343"/>
              <a:ext cx="1261317" cy="1557322"/>
            </a:xfrm>
            <a:prstGeom prst="bentConnector3">
              <a:avLst>
                <a:gd name="adj1" fmla="val 7869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406B3D8A-B187-0476-12F5-DFDD3F0ACD50}"/>
                </a:ext>
              </a:extLst>
            </p:cNvPr>
            <p:cNvSpPr txBox="1"/>
            <p:nvPr/>
          </p:nvSpPr>
          <p:spPr>
            <a:xfrm>
              <a:off x="5766471" y="2216014"/>
              <a:ext cx="1536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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Synthesize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448D54AE-69CB-E2A1-4B58-04D3BC933DB5}"/>
                </a:ext>
              </a:extLst>
            </p:cNvPr>
            <p:cNvGrpSpPr/>
            <p:nvPr/>
          </p:nvGrpSpPr>
          <p:grpSpPr>
            <a:xfrm>
              <a:off x="5185155" y="2774364"/>
              <a:ext cx="664670" cy="664671"/>
              <a:chOff x="2770190" y="1622425"/>
              <a:chExt cx="1122362" cy="1122363"/>
            </a:xfrm>
          </p:grpSpPr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E1EB015F-CB6A-260C-9347-9C9D9AC9C38D}"/>
                  </a:ext>
                </a:extLst>
              </p:cNvPr>
              <p:cNvSpPr/>
              <p:nvPr/>
            </p:nvSpPr>
            <p:spPr>
              <a:xfrm>
                <a:off x="2770190" y="1622425"/>
                <a:ext cx="1122362" cy="1122363"/>
              </a:xfrm>
              <a:prstGeom prst="ellips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0" name="图形 199" descr="会议 纯色填充">
                <a:extLst>
                  <a:ext uri="{FF2B5EF4-FFF2-40B4-BE49-F238E27FC236}">
                    <a16:creationId xmlns:a16="http://schemas.microsoft.com/office/drawing/2014/main" id="{7C6E8C3A-27C2-8510-76C1-0A75E7E46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74168" y="1681956"/>
                <a:ext cx="914401" cy="914400"/>
              </a:xfrm>
              <a:prstGeom prst="rect">
                <a:avLst/>
              </a:prstGeom>
            </p:spPr>
          </p:pic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5F6B8314-AF75-ACB4-19F5-606F86BD389C}"/>
                </a:ext>
              </a:extLst>
            </p:cNvPr>
            <p:cNvGrpSpPr/>
            <p:nvPr/>
          </p:nvGrpSpPr>
          <p:grpSpPr>
            <a:xfrm>
              <a:off x="7281396" y="2774363"/>
              <a:ext cx="664673" cy="664671"/>
              <a:chOff x="2770181" y="1622425"/>
              <a:chExt cx="1122364" cy="1122363"/>
            </a:xfrm>
          </p:grpSpPr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37BC8EFC-1EC5-28B1-9021-D90BA3967BF7}"/>
                  </a:ext>
                </a:extLst>
              </p:cNvPr>
              <p:cNvSpPr/>
              <p:nvPr/>
            </p:nvSpPr>
            <p:spPr>
              <a:xfrm>
                <a:off x="2770181" y="1622425"/>
                <a:ext cx="1122364" cy="1122363"/>
              </a:xfrm>
              <a:prstGeom prst="ellips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3" name="图形 202" descr="会议 纯色填充">
                <a:extLst>
                  <a:ext uri="{FF2B5EF4-FFF2-40B4-BE49-F238E27FC236}">
                    <a16:creationId xmlns:a16="http://schemas.microsoft.com/office/drawing/2014/main" id="{AC578EA2-CF3A-980A-76F4-7AF57C1E4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74169" y="1681956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BA29EF62-7668-6A00-5677-10D27851D200}"/>
                </a:ext>
              </a:extLst>
            </p:cNvPr>
            <p:cNvSpPr/>
            <p:nvPr/>
          </p:nvSpPr>
          <p:spPr>
            <a:xfrm>
              <a:off x="4603014" y="2690657"/>
              <a:ext cx="1879485" cy="1928958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02F1FEFF-2DB5-D64F-2CF8-9BFB265E318E}"/>
                </a:ext>
              </a:extLst>
            </p:cNvPr>
            <p:cNvSpPr/>
            <p:nvPr/>
          </p:nvSpPr>
          <p:spPr>
            <a:xfrm>
              <a:off x="6592065" y="2689163"/>
              <a:ext cx="1946225" cy="1928958"/>
            </a:xfrm>
            <a:prstGeom prst="rect">
              <a:avLst/>
            </a:prstGeom>
            <a:noFill/>
            <a:ln w="19050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6BF37CBD-62B0-2E14-A5F6-22B405ABE342}"/>
                </a:ext>
              </a:extLst>
            </p:cNvPr>
            <p:cNvSpPr txBox="1"/>
            <p:nvPr/>
          </p:nvSpPr>
          <p:spPr>
            <a:xfrm>
              <a:off x="4603013" y="2334151"/>
              <a:ext cx="1099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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 2" panose="05020102010507070707" pitchFamily="18" charset="2"/>
                </a:rPr>
                <a:t>Cohort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ECB8FAA-33A9-02A1-7E16-4F3FF86A5302}"/>
              </a:ext>
            </a:extLst>
          </p:cNvPr>
          <p:cNvGrpSpPr/>
          <p:nvPr/>
        </p:nvGrpSpPr>
        <p:grpSpPr>
          <a:xfrm>
            <a:off x="5309663" y="61315"/>
            <a:ext cx="6694526" cy="1050386"/>
            <a:chOff x="648453" y="5323910"/>
            <a:chExt cx="6694526" cy="105038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BFC63CA-BECC-37D8-83A8-CE648C488B9B}"/>
                </a:ext>
              </a:extLst>
            </p:cNvPr>
            <p:cNvSpPr/>
            <p:nvPr/>
          </p:nvSpPr>
          <p:spPr>
            <a:xfrm>
              <a:off x="648453" y="5940820"/>
              <a:ext cx="1127761" cy="422686"/>
            </a:xfrm>
            <a:prstGeom prst="roundRect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eplicate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7D35EAA-9994-F304-7DB2-B3065BB93DCF}"/>
                </a:ext>
              </a:extLst>
            </p:cNvPr>
            <p:cNvSpPr/>
            <p:nvPr/>
          </p:nvSpPr>
          <p:spPr>
            <a:xfrm>
              <a:off x="2261845" y="5940820"/>
              <a:ext cx="1127761" cy="422686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ransfer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3990BD9-9AA1-6DE9-F0F5-A445CC71CC4B}"/>
                </a:ext>
              </a:extLst>
            </p:cNvPr>
            <p:cNvSpPr/>
            <p:nvPr/>
          </p:nvSpPr>
          <p:spPr>
            <a:xfrm>
              <a:off x="3875237" y="5937234"/>
              <a:ext cx="1127761" cy="4226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nalyze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0E3AF08-10CE-1451-EAD8-EC589988B0FA}"/>
                </a:ext>
              </a:extLst>
            </p:cNvPr>
            <p:cNvSpPr/>
            <p:nvPr/>
          </p:nvSpPr>
          <p:spPr>
            <a:xfrm>
              <a:off x="5488629" y="5937234"/>
              <a:ext cx="1127761" cy="422686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odify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CD8D64E-171F-CEB1-1202-BCC732AEC027}"/>
                </a:ext>
              </a:extLst>
            </p:cNvPr>
            <p:cNvSpPr txBox="1"/>
            <p:nvPr/>
          </p:nvSpPr>
          <p:spPr>
            <a:xfrm>
              <a:off x="1508245" y="5323910"/>
              <a:ext cx="9801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Introduce</a:t>
              </a:r>
              <a:b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Mutation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3605C96-C372-F96D-71F6-4B6F76457C8D}"/>
                </a:ext>
              </a:extLst>
            </p:cNvPr>
            <p:cNvSpPr txBox="1"/>
            <p:nvPr/>
          </p:nvSpPr>
          <p:spPr>
            <a:xfrm>
              <a:off x="3093578" y="5323910"/>
              <a:ext cx="10776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86ACB12-2466-AE54-2877-0828C806D513}"/>
                </a:ext>
              </a:extLst>
            </p:cNvPr>
            <p:cNvSpPr txBox="1"/>
            <p:nvPr/>
          </p:nvSpPr>
          <p:spPr>
            <a:xfrm>
              <a:off x="4700266" y="5323910"/>
              <a:ext cx="10910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Pinpoint </a:t>
              </a:r>
              <a:b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Failure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图形 22" descr="DNA 纯色填充">
              <a:extLst>
                <a:ext uri="{FF2B5EF4-FFF2-40B4-BE49-F238E27FC236}">
                  <a16:creationId xmlns:a16="http://schemas.microsoft.com/office/drawing/2014/main" id="{E581941A-850A-0858-4AFC-4F10B7678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19355240">
              <a:off x="1772595" y="5922857"/>
              <a:ext cx="451439" cy="451439"/>
            </a:xfrm>
            <a:prstGeom prst="rect">
              <a:avLst/>
            </a:prstGeom>
          </p:spPr>
        </p:pic>
        <p:pic>
          <p:nvPicPr>
            <p:cNvPr id="24" name="图形 23" descr="研究 纯色填充">
              <a:extLst>
                <a:ext uri="{FF2B5EF4-FFF2-40B4-BE49-F238E27FC236}">
                  <a16:creationId xmlns:a16="http://schemas.microsoft.com/office/drawing/2014/main" id="{9748267D-6565-4DFD-D5D6-DBC98B3E3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034471" y="5937233"/>
              <a:ext cx="422686" cy="422686"/>
            </a:xfrm>
            <a:prstGeom prst="rect">
              <a:avLst/>
            </a:prstGeom>
          </p:spPr>
        </p:pic>
        <p:pic>
          <p:nvPicPr>
            <p:cNvPr id="28" name="图形 27" descr="靶心 纯色填充">
              <a:extLst>
                <a:ext uri="{FF2B5EF4-FFF2-40B4-BE49-F238E27FC236}">
                  <a16:creationId xmlns:a16="http://schemas.microsoft.com/office/drawing/2014/main" id="{D4C19CBD-38E2-5AE5-24A4-04CE271F0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647862" y="5937233"/>
              <a:ext cx="422686" cy="422686"/>
            </a:xfrm>
            <a:prstGeom prst="rect">
              <a:avLst/>
            </a:prstGeom>
          </p:spPr>
        </p:pic>
        <p:pic>
          <p:nvPicPr>
            <p:cNvPr id="29" name="图形 28" descr="仪表 纯色填充">
              <a:extLst>
                <a:ext uri="{FF2B5EF4-FFF2-40B4-BE49-F238E27FC236}">
                  <a16:creationId xmlns:a16="http://schemas.microsoft.com/office/drawing/2014/main" id="{AE271887-4570-8BF2-673A-975BF9EF3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421079" y="5918925"/>
              <a:ext cx="422686" cy="422686"/>
            </a:xfrm>
            <a:prstGeom prst="rect">
              <a:avLst/>
            </a:prstGeom>
          </p:spPr>
        </p:pic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5717B24A-C917-3727-5D85-E5B49B4E875D}"/>
                </a:ext>
              </a:extLst>
            </p:cNvPr>
            <p:cNvCxnSpPr>
              <a:cxnSpLocks/>
              <a:stCxn id="28" idx="2"/>
              <a:endCxn id="14" idx="1"/>
            </p:cNvCxnSpPr>
            <p:nvPr/>
          </p:nvCxnSpPr>
          <p:spPr>
            <a:xfrm rot="5400000" flipH="1">
              <a:off x="3649951" y="3150665"/>
              <a:ext cx="207756" cy="6210752"/>
            </a:xfrm>
            <a:prstGeom prst="bentConnector4">
              <a:avLst>
                <a:gd name="adj1" fmla="val -43738"/>
                <a:gd name="adj2" fmla="val 102610"/>
              </a:avLst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094492B-2A0B-C5D1-3646-D30227C4833A}"/>
                </a:ext>
              </a:extLst>
            </p:cNvPr>
            <p:cNvSpPr txBox="1"/>
            <p:nvPr/>
          </p:nvSpPr>
          <p:spPr>
            <a:xfrm>
              <a:off x="6373294" y="5323910"/>
              <a:ext cx="9696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70772DA-D14B-8C1D-4BBD-26C496084643}"/>
              </a:ext>
            </a:extLst>
          </p:cNvPr>
          <p:cNvGrpSpPr/>
          <p:nvPr/>
        </p:nvGrpSpPr>
        <p:grpSpPr>
          <a:xfrm>
            <a:off x="108612" y="4854011"/>
            <a:ext cx="8171033" cy="1889720"/>
            <a:chOff x="444309" y="1472476"/>
            <a:chExt cx="8171033" cy="1889720"/>
          </a:xfrm>
        </p:grpSpPr>
        <p:sp>
          <p:nvSpPr>
            <p:cNvPr id="51" name="箭头: 五边形 50">
              <a:extLst>
                <a:ext uri="{FF2B5EF4-FFF2-40B4-BE49-F238E27FC236}">
                  <a16:creationId xmlns:a16="http://schemas.microsoft.com/office/drawing/2014/main" id="{F2C43995-AA8B-2003-EB77-B7580DAE8C21}"/>
                </a:ext>
              </a:extLst>
            </p:cNvPr>
            <p:cNvSpPr/>
            <p:nvPr/>
          </p:nvSpPr>
          <p:spPr>
            <a:xfrm>
              <a:off x="533488" y="2002418"/>
              <a:ext cx="2221288" cy="1016203"/>
            </a:xfrm>
            <a:prstGeom prst="homePlate">
              <a:avLst/>
            </a:prstGeom>
            <a:solidFill>
              <a:schemeClr val="accent6"/>
            </a:solidFill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W01-W06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Fundamentals of</a:t>
              </a:r>
              <a:b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DL &amp; LLM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箭头: V 形 54">
              <a:extLst>
                <a:ext uri="{FF2B5EF4-FFF2-40B4-BE49-F238E27FC236}">
                  <a16:creationId xmlns:a16="http://schemas.microsoft.com/office/drawing/2014/main" id="{132E3D91-ECAC-6730-13F5-7C957609380E}"/>
                </a:ext>
              </a:extLst>
            </p:cNvPr>
            <p:cNvSpPr/>
            <p:nvPr/>
          </p:nvSpPr>
          <p:spPr>
            <a:xfrm>
              <a:off x="2364125" y="2002417"/>
              <a:ext cx="2336567" cy="1016203"/>
            </a:xfrm>
            <a:prstGeom prst="chevron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W07-W09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Idea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Refinement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箭头: V 形 55">
              <a:extLst>
                <a:ext uri="{FF2B5EF4-FFF2-40B4-BE49-F238E27FC236}">
                  <a16:creationId xmlns:a16="http://schemas.microsoft.com/office/drawing/2014/main" id="{42F6A8CA-3B83-39AC-6F0B-59E5541695AB}"/>
                </a:ext>
              </a:extLst>
            </p:cNvPr>
            <p:cNvSpPr/>
            <p:nvPr/>
          </p:nvSpPr>
          <p:spPr>
            <a:xfrm>
              <a:off x="4321450" y="2002411"/>
              <a:ext cx="2336567" cy="1016203"/>
            </a:xfrm>
            <a:prstGeom prst="chevron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W10-W12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Baseline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Replication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箭头: V 形 56">
              <a:extLst>
                <a:ext uri="{FF2B5EF4-FFF2-40B4-BE49-F238E27FC236}">
                  <a16:creationId xmlns:a16="http://schemas.microsoft.com/office/drawing/2014/main" id="{4C7D06EA-4E9C-0140-D4EC-CF0C54648FE5}"/>
                </a:ext>
              </a:extLst>
            </p:cNvPr>
            <p:cNvSpPr/>
            <p:nvPr/>
          </p:nvSpPr>
          <p:spPr>
            <a:xfrm>
              <a:off x="6278774" y="2002411"/>
              <a:ext cx="2336568" cy="1016203"/>
            </a:xfrm>
            <a:prstGeom prst="chevron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W13-W15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Integration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EDD9D24-20EC-226E-A082-CAF0C4D21116}"/>
                </a:ext>
              </a:extLst>
            </p:cNvPr>
            <p:cNvSpPr txBox="1"/>
            <p:nvPr/>
          </p:nvSpPr>
          <p:spPr>
            <a:xfrm>
              <a:off x="533488" y="1479196"/>
              <a:ext cx="17620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In-Class Learning</a:t>
              </a:r>
            </a:p>
            <a:p>
              <a:pPr algn="ctr"/>
              <a:r>
                <a:rPr lang="en-US" altLang="zh-CN" sz="14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Direction Alignment</a:t>
              </a:r>
              <a:endParaRPr lang="zh-CN" altLang="en-US" sz="14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06A1705E-F2AD-03F4-7097-7C585DBA04B0}"/>
                </a:ext>
              </a:extLst>
            </p:cNvPr>
            <p:cNvSpPr txBox="1"/>
            <p:nvPr/>
          </p:nvSpPr>
          <p:spPr>
            <a:xfrm>
              <a:off x="2318420" y="1479191"/>
              <a:ext cx="19802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Speculative Scaffolding</a:t>
              </a:r>
            </a:p>
            <a:p>
              <a:pPr algn="ctr"/>
              <a:r>
                <a:rPr lang="en-US" altLang="zh-CN" sz="14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Goal Formulation</a:t>
              </a:r>
              <a:endParaRPr lang="zh-CN" altLang="en-US" sz="14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00AAD6B-331C-C82C-60C9-1DB8914F1BDA}"/>
                </a:ext>
              </a:extLst>
            </p:cNvPr>
            <p:cNvSpPr txBox="1"/>
            <p:nvPr/>
          </p:nvSpPr>
          <p:spPr>
            <a:xfrm>
              <a:off x="4298597" y="1472476"/>
              <a:ext cx="19802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RTAM Cycle (R-T-A)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Confidence Building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08D108F-6C8C-9728-7511-0D95B91881AD}"/>
                </a:ext>
              </a:extLst>
            </p:cNvPr>
            <p:cNvSpPr txBox="1"/>
            <p:nvPr/>
          </p:nvSpPr>
          <p:spPr>
            <a:xfrm>
              <a:off x="6324563" y="1479194"/>
              <a:ext cx="19802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RTAM Cycle (M)</a:t>
              </a:r>
            </a:p>
            <a:p>
              <a:pPr algn="ctr"/>
              <a:r>
                <a:rPr lang="en-US" altLang="zh-CN" sz="14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Autonomous Exploration</a:t>
              </a:r>
              <a:endParaRPr lang="zh-CN" altLang="en-US" sz="14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箭头: 右 61">
              <a:extLst>
                <a:ext uri="{FF2B5EF4-FFF2-40B4-BE49-F238E27FC236}">
                  <a16:creationId xmlns:a16="http://schemas.microsoft.com/office/drawing/2014/main" id="{E28395D8-77A2-858A-4C9D-2CCC44E82C6F}"/>
                </a:ext>
              </a:extLst>
            </p:cNvPr>
            <p:cNvSpPr/>
            <p:nvPr/>
          </p:nvSpPr>
          <p:spPr>
            <a:xfrm>
              <a:off x="2206346" y="3054421"/>
              <a:ext cx="6408996" cy="307775"/>
            </a:xfrm>
            <a:prstGeom prst="rightArrow">
              <a:avLst/>
            </a:prstGeom>
            <a:gradFill>
              <a:gsLst>
                <a:gs pos="0">
                  <a:srgbClr val="6F9DEC"/>
                </a:gs>
                <a:gs pos="30000">
                  <a:srgbClr val="90DBF2"/>
                </a:gs>
                <a:gs pos="61000">
                  <a:srgbClr val="F4CDF9"/>
                </a:gs>
                <a:gs pos="87000">
                  <a:srgbClr val="BA8CC3"/>
                </a:gs>
              </a:gsLst>
              <a:lin ang="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9A30881A-5276-5CAE-8558-21BA57ED2B89}"/>
                </a:ext>
              </a:extLst>
            </p:cNvPr>
            <p:cNvSpPr txBox="1"/>
            <p:nvPr/>
          </p:nvSpPr>
          <p:spPr>
            <a:xfrm>
              <a:off x="444309" y="3054419"/>
              <a:ext cx="1762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+mn-ea"/>
                  <a:cs typeface="Times New Roman" panose="02020603050405020304" pitchFamily="18" charset="0"/>
                </a:rPr>
                <a:t>Student Autonomy</a:t>
              </a:r>
              <a:endParaRPr lang="zh-CN" altLang="en-US" sz="1400" b="1" i="1" dirty="0">
                <a:latin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224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66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68</Words>
  <Application>Microsoft Office PowerPoint</Application>
  <PresentationFormat>宽屏</PresentationFormat>
  <Paragraphs>38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Consolas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宇轩 张</dc:creator>
  <cp:lastModifiedBy>宇轩 张</cp:lastModifiedBy>
  <cp:revision>86</cp:revision>
  <dcterms:created xsi:type="dcterms:W3CDTF">2026-04-23T17:42:38Z</dcterms:created>
  <dcterms:modified xsi:type="dcterms:W3CDTF">2026-06-14T17:23:58Z</dcterms:modified>
</cp:coreProperties>
</file>